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25578" y="2716559"/>
            <a:ext cx="6740842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5400" b="0" i="0" u="none" dirty="0">
                <a:solidFill>
                  <a:srgbClr val="F3F4F6"/>
                </a:solidFill>
                <a:latin typeface="Plus Jakarta Sans ExtraBold"/>
              </a:rPr>
              <a:t>TheReal</a:t>
            </a:r>
            <a:r>
              <a:rPr sz="5400" b="0" i="0" u="none" dirty="0">
                <a:solidFill>
                  <a:srgbClr val="F3F4F6"/>
                </a:solidFill>
                <a:latin typeface="Plus Jakarta Sans ExtraBold"/>
              </a:rPr>
              <a:t>Hizha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7529" y="3649766"/>
            <a:ext cx="5925541" cy="3481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برنامه‌نویس</a:t>
            </a:r>
            <a:r>
              <a:rPr sz="1800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800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فول‌استک</a:t>
            </a:r>
            <a:r>
              <a:rPr sz="1800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800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متخصص</a:t>
            </a:r>
            <a:r>
              <a:rPr sz="1800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800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توسعه</a:t>
            </a:r>
            <a:r>
              <a:rPr sz="1800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800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نرم‌افزار</a:t>
            </a:r>
            <a:endParaRPr sz="1800" b="0" i="0" u="none" dirty="0">
              <a:solidFill>
                <a:srgbClr val="D1D5DB"/>
              </a:solidFill>
              <a:latin typeface="Plus Jakarta Sans"/>
              <a:cs typeface="LMU Yekan" panose="00000400000000000000" pitchFamily="2" charset="-7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0" y="4414665"/>
            <a:ext cx="2286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06B6D4"/>
                </a:solidFill>
                <a:latin typeface="JetBrains Mono"/>
              </a:rPr>
              <a:t> Marivan, Kurdistan •  18 Years Old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975" y="2230784"/>
            <a:ext cx="173355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825" y="2230784"/>
            <a:ext cx="15049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075" y="2230784"/>
            <a:ext cx="150495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1475" y="4446091"/>
            <a:ext cx="1143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500" y="4427041"/>
            <a:ext cx="190500" cy="152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86500" y="2454622"/>
            <a:ext cx="56007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lus Jakarta Sans"/>
              </a:rPr>
              <a:t>Passionate Tech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959447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CA3AF"/>
                </a:solidFill>
                <a:latin typeface="Plus Jakarta Sans"/>
              </a:rPr>
              <a:t>Hello! 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I’m </a:t>
            </a:r>
            <a:r>
              <a:rPr lang="en-US" sz="1350" b="1">
                <a:solidFill>
                  <a:srgbClr val="9CA3AF"/>
                </a:solidFill>
                <a:latin typeface="Plus Jakarta Sans"/>
              </a:rPr>
              <a:t>Hizha</a:t>
            </a:r>
            <a:r>
              <a:rPr sz="1350" b="0" i="0" u="none">
                <a:solidFill>
                  <a:srgbClr val="9CA3AF"/>
                </a:solidFill>
                <a:latin typeface="Plus Jakarta Sans"/>
              </a:rPr>
              <a:t>, 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</a:rPr>
              <a:t>an 18-year-old Full-Stack Developer born and raised in Marivan, Kurdistan.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622327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من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برنامه‌نویس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مسلط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به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پایتون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،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فلاتر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،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فرانت‌اند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بک‌اند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هستم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که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تمرکز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تخصصی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عمیق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من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روی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توسعه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1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وردپرس</a:t>
            </a:r>
            <a:r>
              <a:rPr sz="1350" b="1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، </a:t>
            </a:r>
            <a:r>
              <a:rPr sz="1350" b="1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فلاتر</a:t>
            </a:r>
            <a:r>
              <a:rPr sz="1350" b="1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350" b="1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پایتون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است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4285208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I build elegant mobile apps, highly customized WordPress platforms, and fast, scalable backend architectures with human craftsmanship and perfectionism.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825" y="2247900"/>
            <a:ext cx="1990725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35201"/>
            <a:ext cx="1160145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 dirty="0">
                <a:solidFill>
                  <a:srgbClr val="FFFFFF"/>
                </a:solidFill>
                <a:latin typeface="Plus Jakarta Sans ExtraBold"/>
                <a:cs typeface="LMU Yekan" panose="00000400000000000000" pitchFamily="2" charset="-78"/>
              </a:rPr>
              <a:t>About Me / </a:t>
            </a:r>
            <a:r>
              <a:rPr sz="2700" b="0" i="0" u="none" dirty="0" err="1">
                <a:solidFill>
                  <a:srgbClr val="FFFFFF"/>
                </a:solidFill>
                <a:latin typeface="Plus Jakarta Sans ExtraBold"/>
                <a:cs typeface="LMU Yekan" panose="00000400000000000000" pitchFamily="2" charset="-78"/>
              </a:rPr>
              <a:t>درباره</a:t>
            </a:r>
            <a:r>
              <a:rPr sz="2700" b="0" i="0" u="none" dirty="0">
                <a:solidFill>
                  <a:srgbClr val="FFFFFF"/>
                </a:solidFill>
                <a:latin typeface="Plus Jakarta Sans ExtraBold"/>
                <a:cs typeface="LMU Yekan" panose="00000400000000000000" pitchFamily="2" charset="-78"/>
              </a:rPr>
              <a:t> </a:t>
            </a:r>
            <a:r>
              <a:rPr sz="2700" b="0" i="0" u="none" dirty="0" err="1">
                <a:solidFill>
                  <a:srgbClr val="FFFFFF"/>
                </a:solidFill>
                <a:latin typeface="Plus Jakarta Sans ExtraBold"/>
                <a:cs typeface="LMU Yekan" panose="00000400000000000000" pitchFamily="2" charset="-78"/>
              </a:rPr>
              <a:t>من</a:t>
            </a:r>
            <a:endParaRPr sz="2700" b="0" i="0" u="none" dirty="0">
              <a:solidFill>
                <a:srgbClr val="FFFFFF"/>
              </a:solidFill>
              <a:latin typeface="Plus Jakarta Sans ExtraBold"/>
              <a:cs typeface="LMU Yekan" panose="00000400000000000000" pitchFamily="2" charset="-7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EB448D-5D64-25EB-B7BD-4D15FEAA7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1" y="1935886"/>
            <a:ext cx="3238499" cy="3601864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88840"/>
            <a:ext cx="3524250" cy="27945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388840"/>
            <a:ext cx="3524250" cy="27945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388840"/>
            <a:ext cx="3524250" cy="27945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322290"/>
            <a:ext cx="308038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WordPress Specialist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703290"/>
            <a:ext cx="29337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توسعه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تخصصی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قالب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پلاگین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اختصاصی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،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بهینه‌سازی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سرعت و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امنیت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،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پیکربندی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پروژه‌های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سنگین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فروشگاهی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شرکتی</a:t>
            </a:r>
            <a:r>
              <a:rPr lang="fa-IR" sz="1350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.</a:t>
            </a:r>
            <a:endParaRPr sz="1350" b="0" i="0" u="none" dirty="0">
              <a:solidFill>
                <a:srgbClr val="9CA3AF"/>
              </a:solidFill>
              <a:latin typeface="Plus Jakarta Sans"/>
              <a:cs typeface="LMU Yekan" panose="00000400000000000000" pitchFamily="2" charset="-78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4640460"/>
            <a:ext cx="23431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29150" y="3322290"/>
            <a:ext cx="308038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Flutter Mobile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9150" y="3703290"/>
            <a:ext cx="29337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طراحی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پیاده‌سازی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اپلیکیشن‌های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کراس‌پلتفرم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شیک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با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کارایی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بالا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برای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S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با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lang="fa-IR"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اند</a:t>
            </a:r>
            <a:r>
              <a:rPr lang="fa-IR" sz="1350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روید و ای او اس با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معماری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تمیز</a:t>
            </a:r>
            <a:endParaRPr sz="1350" b="0" i="0" u="none" dirty="0">
              <a:solidFill>
                <a:srgbClr val="9CA3AF"/>
              </a:solidFill>
              <a:latin typeface="Plus Jakarta Sans"/>
              <a:cs typeface="LMU Yekan" panose="00000400000000000000" pitchFamily="2" charset="-78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150" y="4640460"/>
            <a:ext cx="203835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91525" y="3322290"/>
            <a:ext cx="308038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Python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703290"/>
            <a:ext cx="29337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توسعه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وب‌سرویس‌ها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،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سامانه‌های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اتوماسیون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،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اسکریپت‌نویسی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پیشرفته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ساخت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سیستم‌ها</a:t>
            </a:r>
            <a:r>
              <a:rPr lang="ar-SA"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ی</a:t>
            </a:r>
            <a:r>
              <a:rPr lang="en-US"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بک‌اند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قدرتمن</a:t>
            </a:r>
            <a:r>
              <a:rPr lang="ar-SA"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د</a:t>
            </a:r>
            <a:r>
              <a:rPr lang="fa-IR" sz="1350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.</a:t>
            </a:r>
            <a:endParaRPr sz="1350" b="0" i="0" u="none" dirty="0">
              <a:solidFill>
                <a:srgbClr val="9CA3AF"/>
              </a:solidFill>
              <a:latin typeface="Plus Jakarta Sans"/>
              <a:cs typeface="LMU Yekan" panose="00000400000000000000" pitchFamily="2" charset="-78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1525" y="4640460"/>
            <a:ext cx="25717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" y="2741265"/>
            <a:ext cx="361950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9150" y="2741265"/>
            <a:ext cx="276225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1525" y="2741265"/>
            <a:ext cx="314325" cy="361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Plus Jakarta Sans ExtraBold"/>
              </a:rPr>
              <a:t>Core Focus Areas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2209204"/>
            <a:ext cx="1062037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FFFFF"/>
                </a:solidFill>
                <a:latin typeface="Plus Jakarta Sans"/>
              </a:rPr>
              <a:t>WordPress Development:</a:t>
            </a:r>
            <a:r>
              <a:rPr sz="1425" b="0" i="0" u="none">
                <a:solidFill>
                  <a:srgbClr val="D1D5DB"/>
                </a:solidFill>
                <a:latin typeface="Plus Jakarta Sans"/>
              </a:rPr>
              <a:t> Custom themes, WooCommerce integrations, custom plugin development, Elementor workflow, and high-tier performance optimization.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2997696"/>
            <a:ext cx="1062037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FFFFF"/>
                </a:solidFill>
                <a:latin typeface="Plus Jakarta Sans"/>
              </a:rPr>
              <a:t>Flutter &amp; Mobile Engineering:</a:t>
            </a:r>
            <a:r>
              <a:rPr sz="1425" b="0" i="0" u="none">
                <a:solidFill>
                  <a:srgbClr val="D1D5DB"/>
                </a:solidFill>
                <a:latin typeface="Plus Jakarta Sans"/>
              </a:rPr>
              <a:t> Cross-platform mobile development, seamless animations, RESTful integration, state management, and native-feeling UIs.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3786187"/>
            <a:ext cx="1062037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FFFFF"/>
                </a:solidFill>
                <a:latin typeface="Plus Jakarta Sans"/>
              </a:rPr>
              <a:t>Python &amp; Backend Engineering:</a:t>
            </a:r>
            <a:r>
              <a:rPr sz="1425" b="0" i="0" u="none">
                <a:solidFill>
                  <a:srgbClr val="D1D5DB"/>
                </a:solidFill>
                <a:latin typeface="Plus Jakarta Sans"/>
              </a:rPr>
              <a:t> API architecture with Django and FastAPI, automated web scrapers, task queue management, and database structures.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574678"/>
            <a:ext cx="1062037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FFFFF"/>
                </a:solidFill>
                <a:latin typeface="Plus Jakarta Sans"/>
              </a:rPr>
              <a:t>Frontend &amp; Modern Web:</a:t>
            </a:r>
            <a:r>
              <a:rPr sz="1425" b="0" i="0" u="none">
                <a:solidFill>
                  <a:srgbClr val="D1D5DB"/>
                </a:solidFill>
                <a:latin typeface="Plus Jakarta Sans"/>
              </a:rPr>
              <a:t> HTML5, CSS3, modern JavaScript, Tailwind CSS, responsive layouts, and cross-browser compatibility.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23492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11983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00475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88966"/>
            <a:ext cx="2095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Plus Jakarta Sans ExtraBold"/>
              </a:rPr>
              <a:t>Complete Skill Suite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800725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Plus Jakarta Sans ExtraBold"/>
              </a:rPr>
              <a:t>Craftsmanship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190625"/>
            <a:ext cx="58007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Plus Jakarta Sans"/>
              </a:rPr>
              <a:t>Modern Standards &amp; Clean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666875"/>
            <a:ext cx="5524500" cy="285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2"/>
              </a:lnSpc>
            </a:pPr>
            <a:r>
              <a:rPr sz="1425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من</a:t>
            </a:r>
            <a:r>
              <a:rPr sz="1425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425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اعتقاد</a:t>
            </a:r>
            <a:r>
              <a:rPr sz="1425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425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دارم</a:t>
            </a:r>
            <a:r>
              <a:rPr sz="1425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425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کد</a:t>
            </a:r>
            <a:r>
              <a:rPr sz="1425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425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تمیز</a:t>
            </a:r>
            <a:r>
              <a:rPr sz="1425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425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کارآمد</a:t>
            </a:r>
            <a:r>
              <a:rPr sz="1425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، </a:t>
            </a:r>
            <a:r>
              <a:rPr sz="1425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پایه</a:t>
            </a:r>
            <a:r>
              <a:rPr sz="1425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425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اساس</a:t>
            </a:r>
            <a:r>
              <a:rPr sz="1425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425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هر</a:t>
            </a:r>
            <a:r>
              <a:rPr sz="1425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425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کسب‌وکار</a:t>
            </a:r>
            <a:r>
              <a:rPr sz="1425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425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دیجیتال</a:t>
            </a:r>
            <a:r>
              <a:rPr sz="1425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425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موفق</a:t>
            </a:r>
            <a:r>
              <a:rPr sz="1425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425" b="0" i="0" u="none" dirty="0" err="1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است</a:t>
            </a:r>
            <a:r>
              <a:rPr sz="1425" b="0" i="0" u="none" dirty="0">
                <a:solidFill>
                  <a:srgbClr val="D1D5DB"/>
                </a:solidFill>
                <a:latin typeface="Plus Jakarta Sans"/>
                <a:cs typeface="LMU Yekan" panose="00000400000000000000" pitchFamily="2" charset="-78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088802"/>
            <a:ext cx="5524500" cy="922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22"/>
              </a:lnSpc>
            </a:pPr>
            <a:r>
              <a:rPr sz="1425" b="0" i="0" u="none">
                <a:solidFill>
                  <a:srgbClr val="D1D5DB"/>
                </a:solidFill>
                <a:latin typeface="Plus Jakarta Sans"/>
              </a:rPr>
              <a:t>Every line of code is written with attention to detail, scalability, readability, and modern industry standards—delivering human-tailored digital solutions.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2687"/>
            <a:ext cx="4267200" cy="266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2843212"/>
            <a:ext cx="3486150" cy="1238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4176712"/>
            <a:ext cx="34861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3F4F6"/>
                </a:solidFill>
                <a:latin typeface="Plus Jakarta Sans SemiBold"/>
              </a:rPr>
              <a:t>Years 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4491037"/>
            <a:ext cx="34861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 err="1">
                <a:solidFill>
                  <a:srgbClr val="06B6D4"/>
                </a:solidFill>
                <a:latin typeface="Vazirmatn"/>
                <a:cs typeface="LMU Yekan" panose="00000400000000000000" pitchFamily="2" charset="-78"/>
              </a:rPr>
              <a:t>انرژی</a:t>
            </a:r>
            <a:r>
              <a:rPr sz="1200" b="0" i="0" u="none" dirty="0">
                <a:solidFill>
                  <a:srgbClr val="06B6D4"/>
                </a:solidFill>
                <a:latin typeface="Vazirmatn"/>
                <a:cs typeface="LMU Yekan" panose="00000400000000000000" pitchFamily="2" charset="-78"/>
              </a:rPr>
              <a:t>، سرعت و </a:t>
            </a:r>
            <a:r>
              <a:rPr sz="1200" b="0" i="0" u="none" dirty="0" err="1">
                <a:solidFill>
                  <a:srgbClr val="06B6D4"/>
                </a:solidFill>
                <a:latin typeface="Vazirmatn"/>
                <a:cs typeface="LMU Yekan" panose="00000400000000000000" pitchFamily="2" charset="-78"/>
              </a:rPr>
              <a:t>تسلط</a:t>
            </a:r>
            <a:r>
              <a:rPr sz="1200" b="0" i="0" u="none" dirty="0">
                <a:solidFill>
                  <a:srgbClr val="06B6D4"/>
                </a:solidFill>
                <a:latin typeface="Vazirmatn"/>
                <a:cs typeface="LMU Yekan" panose="00000400000000000000" pitchFamily="2" charset="-78"/>
              </a:rPr>
              <a:t> </a:t>
            </a:r>
            <a:r>
              <a:rPr sz="1200" b="0" i="0" u="none" dirty="0" err="1">
                <a:solidFill>
                  <a:srgbClr val="06B6D4"/>
                </a:solidFill>
                <a:latin typeface="Vazirmatn"/>
                <a:cs typeface="LMU Yekan" panose="00000400000000000000" pitchFamily="2" charset="-78"/>
              </a:rPr>
              <a:t>کامل</a:t>
            </a:r>
            <a:endParaRPr sz="1200" b="0" i="0" u="none" dirty="0">
              <a:solidFill>
                <a:srgbClr val="06B6D4"/>
              </a:solidFill>
              <a:latin typeface="Vazirmatn"/>
              <a:cs typeface="LMU Yekan" panose="00000400000000000000" pitchFamily="2" charset="-7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19700" y="3007965"/>
            <a:ext cx="672084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FFFFF"/>
                </a:solidFill>
                <a:latin typeface="Plus Jakarta Sans"/>
              </a:rPr>
              <a:t>Why Age is an Advantage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9700" y="3512790"/>
            <a:ext cx="64008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At 18 years old, I bring total immersion in modern tech, boundless dedication, fast learning speed, and hands-on full-stack mastery.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9700" y="4175670"/>
            <a:ext cx="6400800" cy="263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ارائه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راهکارهای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سریع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،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به‌روز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انعطاف‌پذیر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با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آخرین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استانداردهای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جهانی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برنامه‌نویسی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وب</a:t>
            </a:r>
            <a:r>
              <a:rPr lang="fa-IR" sz="1350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.</a:t>
            </a:r>
            <a:endParaRPr sz="1350" b="0" i="0" u="none" dirty="0">
              <a:solidFill>
                <a:srgbClr val="9CA3AF"/>
              </a:solidFill>
              <a:latin typeface="Plus Jakarta Sans"/>
              <a:cs typeface="LMU Yekan" panose="00000400000000000000" pitchFamily="2" charset="-7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Plus Jakarta Sans ExtraBold"/>
              </a:rPr>
              <a:t>Youthful Energy, Senior Expertise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90625"/>
            <a:ext cx="11049000" cy="5191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097809"/>
            <a:ext cx="11049000" cy="228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ارزیابی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بر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اساس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تسلط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عملی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،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پیاده‌سازی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پروژه‌های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واقعی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استانداردهای</a:t>
            </a:r>
            <a:r>
              <a:rPr sz="120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20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برنامه‌نویس</a:t>
            </a:r>
            <a:r>
              <a:rPr lang="ar-SA" sz="120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ی</a:t>
            </a:r>
            <a:r>
              <a:rPr lang="fa-IR" sz="120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.</a:t>
            </a:r>
            <a:endParaRPr sz="1200" b="0" i="0" u="none" dirty="0">
              <a:solidFill>
                <a:srgbClr val="9CA3AF"/>
              </a:solidFill>
              <a:latin typeface="Plus Jakarta Sans"/>
              <a:cs typeface="LMU Yekan" panose="00000400000000000000" pitchFamily="2" charset="-7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Plus Jakarta Sans ExtraBold"/>
              </a:rPr>
              <a:t>Skill Proficiency Breakdown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62400"/>
            <a:ext cx="11049000" cy="28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91966"/>
            <a:ext cx="2430660" cy="1102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180" y="3258591"/>
            <a:ext cx="2430660" cy="11028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860" y="3591966"/>
            <a:ext cx="2430660" cy="110281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541" y="3258591"/>
            <a:ext cx="2430660" cy="11028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0759" y="3791991"/>
            <a:ext cx="213214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6B6D4"/>
                </a:solidFill>
                <a:latin typeface="Plus Jakarta Sans"/>
              </a:rPr>
              <a:t>01.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068216"/>
            <a:ext cx="203061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یادگیری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منطق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برنامه‌نویسی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،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الگوریتم‌ها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مهارات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فرانت‌اند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وب</a:t>
            </a:r>
            <a:r>
              <a:rPr lang="fa-IR" sz="1050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.</a:t>
            </a:r>
            <a:endParaRPr sz="1050" b="0" i="0" u="none" dirty="0">
              <a:solidFill>
                <a:srgbClr val="9CA3AF"/>
              </a:solidFill>
              <a:latin typeface="Plus Jakarta Sans"/>
              <a:cs typeface="LMU Yekan" panose="00000400000000000000" pitchFamily="2" charset="-7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93440" y="3458616"/>
            <a:ext cx="213214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6B6D4"/>
                </a:solidFill>
                <a:latin typeface="Plus Jakarta Sans"/>
              </a:rPr>
              <a:t>02. WordPress Mastery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4205" y="3734841"/>
            <a:ext cx="203061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توسعه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عمیق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وردپرس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،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پلاگین‌نویسی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شخصی‌سازی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پیشرفته</a:t>
            </a:r>
            <a:r>
              <a:rPr lang="fa-IR" sz="1050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.</a:t>
            </a:r>
            <a:endParaRPr sz="1050" b="0" i="0" u="none" dirty="0">
              <a:solidFill>
                <a:srgbClr val="9CA3AF"/>
              </a:solidFill>
              <a:latin typeface="Plus Jakarta Sans"/>
              <a:cs typeface="LMU Yekan" panose="00000400000000000000" pitchFamily="2" charset="-7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6120" y="3791991"/>
            <a:ext cx="213214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6B6D4"/>
                </a:solidFill>
                <a:latin typeface="Plus Jakarta Sans"/>
              </a:rPr>
              <a:t>03. Flutter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885" y="4068216"/>
            <a:ext cx="203061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ورود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به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دنیای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موبایل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ساخت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اپ‌های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کراس‌پلتفرم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فوق‌العاد</a:t>
            </a:r>
            <a:r>
              <a:rPr lang="ar-SA"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ه</a:t>
            </a:r>
            <a:r>
              <a:rPr lang="fa-IR" sz="1050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.</a:t>
            </a:r>
            <a:endParaRPr sz="1050" b="0" i="0" u="none" dirty="0">
              <a:solidFill>
                <a:srgbClr val="9CA3AF"/>
              </a:solidFill>
              <a:latin typeface="Plus Jakarta Sans"/>
              <a:cs typeface="LMU Yekan" panose="00000400000000000000" pitchFamily="2" charset="-7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38801" y="3458616"/>
            <a:ext cx="213214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6B6D4"/>
                </a:solidFill>
                <a:latin typeface="Plus Jakarta Sans"/>
              </a:rPr>
              <a:t>04. Python Full-Stack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9566" y="3734841"/>
            <a:ext cx="203061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تکمیل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مهارت‌ها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با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معماری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بک‌اند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،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ساخت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توسعه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کامل</a:t>
            </a:r>
            <a:r>
              <a:rPr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0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پروژه‌ه</a:t>
            </a:r>
            <a:r>
              <a:rPr lang="ar-SA" sz="10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</a:t>
            </a:r>
            <a:r>
              <a:rPr lang="fa-IR" sz="1050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.</a:t>
            </a:r>
            <a:endParaRPr sz="1050" b="0" i="0" u="none" dirty="0">
              <a:solidFill>
                <a:srgbClr val="9CA3AF"/>
              </a:solidFill>
              <a:latin typeface="Plus Jakarta Sans"/>
              <a:cs typeface="LMU Yekan" panose="00000400000000000000" pitchFamily="2" charset="-7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Plus Jakarta Sans ExtraBold"/>
              </a:rPr>
              <a:t>Developer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580" y="483849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64260" y="278338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36941" y="486942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309621" y="28976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42257"/>
            <a:ext cx="5334000" cy="28878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42257"/>
            <a:ext cx="5334000" cy="28878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685157"/>
            <a:ext cx="2667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13283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6B6D4"/>
                </a:solidFill>
                <a:latin typeface="Plus Jakarta Sans"/>
              </a:rPr>
              <a:t>Speed &amp; High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1457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سرعت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بالا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،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عدم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استفاده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از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کدهای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اضافه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(Bloatware) و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بهینه‌سازی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دقیق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برای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تجربه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کاربری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روان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در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وب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موبای</a:t>
            </a:r>
            <a:r>
              <a:rPr lang="ar-SA"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ل</a:t>
            </a:r>
            <a:r>
              <a:rPr lang="fa-IR"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.</a:t>
            </a:r>
            <a:endParaRPr sz="1350" b="0" i="0" u="none" dirty="0">
              <a:solidFill>
                <a:srgbClr val="9CA3AF"/>
              </a:solidFill>
              <a:latin typeface="Plus Jakarta Sans"/>
              <a:cs typeface="LMU Yekan" panose="00000400000000000000" pitchFamily="2" charset="-7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224337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CA3AF"/>
                </a:solidFill>
                <a:latin typeface="Plus Jakarta Sans"/>
              </a:rPr>
              <a:t>Delivering production-grade applications that perform smoothly on any device.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685157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400" y="313283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6B6D4"/>
                </a:solidFill>
                <a:latin typeface="Plus Jakarta Sans"/>
              </a:rPr>
              <a:t>Security &amp; 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61457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پیروی از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پروتکل‌های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امنیتی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،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کدنویسی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تمیز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و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ساختاربندی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قابل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توسعه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برای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پروژه‌های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طولانی</a:t>
            </a:r>
            <a:r>
              <a:rPr sz="1350" b="0" i="0" u="none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 </a:t>
            </a:r>
            <a:r>
              <a:rPr sz="1350" b="0" i="0" u="none" dirty="0" err="1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مدت</a:t>
            </a:r>
            <a:r>
              <a:rPr lang="fa-IR" sz="1350" dirty="0">
                <a:solidFill>
                  <a:srgbClr val="9CA3AF"/>
                </a:solidFill>
                <a:latin typeface="Plus Jakarta Sans"/>
                <a:cs typeface="LMU Yekan" panose="00000400000000000000" pitchFamily="2" charset="-78"/>
              </a:rPr>
              <a:t>.</a:t>
            </a:r>
            <a:endParaRPr sz="1350" b="0" i="0" u="none" dirty="0">
              <a:solidFill>
                <a:srgbClr val="9CA3AF"/>
              </a:solidFill>
              <a:latin typeface="Plus Jakarta Sans"/>
              <a:cs typeface="LMU Yekan" panose="00000400000000000000" pitchFamily="2" charset="-7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29400" y="4224337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CA3AF"/>
                </a:solidFill>
                <a:latin typeface="Plus Jakarta Sans"/>
              </a:rPr>
              <a:t>Building secure, scalable software architecture prepared for future expansion.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Plus Jakarta Sans ExtraBold"/>
              </a:rPr>
              <a:t>Work Philosophy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1613594"/>
            <a:ext cx="116014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3F4F6"/>
                </a:solidFill>
                <a:latin typeface="Plus Jakarta Sans"/>
              </a:rPr>
              <a:t>Let's Work Together!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423219"/>
            <a:ext cx="11049000" cy="313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fa-IR" sz="1650" b="0" i="0" u="none" dirty="0">
                <a:solidFill>
                  <a:srgbClr val="F3F4F6"/>
                </a:solidFill>
                <a:latin typeface="Plus Jakarta Sans"/>
                <a:cs typeface="LMU Yekan" panose="00000400000000000000" pitchFamily="2" charset="-78"/>
              </a:rPr>
              <a:t>راه های ارتباطی (:</a:t>
            </a:r>
            <a:endParaRPr sz="1650" b="0" i="0" u="none" dirty="0">
              <a:solidFill>
                <a:srgbClr val="F3F4F6"/>
              </a:solidFill>
              <a:latin typeface="Plus Jakarta Sans"/>
              <a:cs typeface="LMU Yekan" panose="00000400000000000000" pitchFamily="2" charset="-7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5044380"/>
            <a:ext cx="11049000" cy="20002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06B6D4"/>
                </a:solidFill>
                <a:latin typeface="JetBrains Mono"/>
              </a:rPr>
              <a:t>Based in Marivan, Kurdistan | Open for Remote &amp; Contract Projects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39380"/>
            <a:ext cx="3524250" cy="1571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3139380"/>
            <a:ext cx="3524250" cy="15716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3139380"/>
            <a:ext cx="3524250" cy="15716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0535" y="5044380"/>
            <a:ext cx="1143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2175" y="3434655"/>
            <a:ext cx="342900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47825" y="3891855"/>
            <a:ext cx="13716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9CA3AF"/>
                </a:solidFill>
                <a:latin typeface="JetBrains Mono"/>
              </a:rPr>
              <a:t>Phone / 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5425" y="4196655"/>
            <a:ext cx="16764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350" dirty="0">
                <a:solidFill>
                  <a:srgbClr val="F3F4F6"/>
                </a:solidFill>
                <a:latin typeface="JetBrains Mono"/>
              </a:rPr>
              <a:t>Unknown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9312" y="3434655"/>
            <a:ext cx="333375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53100" y="3891855"/>
            <a:ext cx="685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9CA3AF"/>
                </a:solidFill>
                <a:latin typeface="JetBrains Mono"/>
              </a:rPr>
              <a:t>Telegram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53099" y="4188930"/>
            <a:ext cx="6858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F3F4F6"/>
                </a:solidFill>
                <a:latin typeface="JetBrains Mono"/>
              </a:rPr>
              <a:t>@H1ZH</a:t>
            </a:r>
            <a:r>
              <a:rPr lang="en-US" sz="1350" dirty="0">
                <a:solidFill>
                  <a:srgbClr val="F3F4F6"/>
                </a:solidFill>
                <a:latin typeface="JetBrains Mono"/>
              </a:rPr>
              <a:t>A</a:t>
            </a:r>
            <a:endParaRPr sz="1350" b="0" i="0" u="none" dirty="0">
              <a:solidFill>
                <a:srgbClr val="F3F4F6"/>
              </a:solidFill>
              <a:latin typeface="JetBrains Mono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1687" y="3434655"/>
            <a:ext cx="333375" cy="342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0" y="3891855"/>
            <a:ext cx="514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9CA3AF"/>
                </a:solidFill>
                <a:latin typeface="JetBrains Mono"/>
              </a:rPr>
              <a:t>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9725" y="4196655"/>
            <a:ext cx="1257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F3F4F6"/>
                </a:solidFill>
                <a:latin typeface="JetBrains Mono"/>
              </a:rPr>
              <a:t>TheRealHizha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532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JetBrains Mono</vt:lpstr>
      <vt:lpstr>Plus Jakarta Sans</vt:lpstr>
      <vt:lpstr>Plus Jakarta Sans ExtraBold</vt:lpstr>
      <vt:lpstr>Plus Jakarta Sans SemiBold</vt:lpstr>
      <vt:lpstr>Vazirmatn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hizha</dc:creator>
  <cp:keywords/>
  <dc:description>generated using python-pptx</dc:description>
  <cp:lastModifiedBy>hizha</cp:lastModifiedBy>
  <cp:revision>22</cp:revision>
  <dcterms:created xsi:type="dcterms:W3CDTF">2013-01-27T09:14:16Z</dcterms:created>
  <dcterms:modified xsi:type="dcterms:W3CDTF">2026-08-22T19:01:40Z</dcterms:modified>
  <cp:category/>
</cp:coreProperties>
</file>